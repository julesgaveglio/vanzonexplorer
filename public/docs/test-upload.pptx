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4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1080000"/>
            <a:ext cx="75600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B5EA7"/>
                </a:solidFill>
              </a:defRPr>
            </a:pPr>
            <a:r>
              <a:t>Guide VBA Construction — Test Upload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