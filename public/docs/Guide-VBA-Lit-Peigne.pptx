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7563600" cy="1068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36000"/>
            <a:ext cx="75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Bloc Lit Peigne</a:t>
            </a:r>
            <a:br/>
            <a:r>
              <a:t>Base extérieure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91999"/>
            <a:ext cx="75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Guide de montage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5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Encombrement fini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187 × 77,5 × 38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Matière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1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CP peuplier 15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Panneaux à découper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5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Carrelets 15 × 15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1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Liste de débit — Base extérieure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188000"/>
          <a:ext cx="6444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2700000"/>
                <a:gridCol w="2160000"/>
                <a:gridCol w="864000"/>
              </a:tblGrid>
              <a:tr h="215999">
                <a:tc>
                  <a:txBody>
                    <a:bodyPr/>
                    <a:lstStyle/>
                    <a:p>
                      <a:r>
                        <a:t>Rép.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Panneau (CP 15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Qté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sol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720,4 × 1870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fond longueur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365 × 1870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face longueur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1870 × 365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droite largeur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775 × 380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6004">
                <a:tc>
                  <a:txBody>
                    <a:bodyPr/>
                    <a:lstStyle/>
                    <a:p>
                      <a:r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gauche largeur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 × 775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2843999"/>
          <a:ext cx="6444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2700000"/>
                <a:gridCol w="2160000"/>
                <a:gridCol w="864000"/>
              </a:tblGrid>
              <a:tr h="180000">
                <a:tc>
                  <a:txBody>
                    <a:bodyPr/>
                    <a:lstStyle/>
                    <a:p>
                      <a:r>
                        <a:t>Rép.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Carrelet (15 × 15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Qté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Longueur haut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Longueur face 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Longueur fond bas droit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Longueur fond bas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Largeur milieu haut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Largeur milieu haut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Largeur bas droite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Largeur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Largeur milieu bas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Droite largeur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65,8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 avant droite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 avant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 fond droite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 intérieur fond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Gauche 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 fond gauche petit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 gauche largeur petit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Petit gauche haut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Long. gauche support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Long. bas gauche support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Long. droite support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Long. bas droit support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Vert. fond gauche support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B24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Vert. fond droit support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Base extérieure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720,4 × 1870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3155910" y="1692000"/>
            <a:ext cx="3155910" cy="3240000"/>
          </a:xfrm>
          <a:custGeom>
            <a:avLst/>
            <a:gdLst/>
            <a:ahLst/>
            <a:cxnLst/>
            <a:rect l="l" t="t" r="r" b="b"/>
            <a:pathLst>
              <a:path w="3155910" h="3240000">
                <a:moveTo>
                  <a:pt x="3155910" y="1692000"/>
                </a:moveTo>
                <a:moveTo>
                  <a:pt x="0" y="0"/>
                </a:moveTo>
                <a:lnTo>
                  <a:pt x="1248179" y="0"/>
                </a:lnTo>
                <a:lnTo>
                  <a:pt x="1248179" y="1507379"/>
                </a:lnTo>
                <a:lnTo>
                  <a:pt x="1013582" y="1507379"/>
                </a:lnTo>
                <a:lnTo>
                  <a:pt x="1013582" y="2954117"/>
                </a:lnTo>
                <a:lnTo>
                  <a:pt x="1248179" y="2954117"/>
                </a:lnTo>
                <a:lnTo>
                  <a:pt x="1248179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155910" y="1404000"/>
            <a:ext cx="1248179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55910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04089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155910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404089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9999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67910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77910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77910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67910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867910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27910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1870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55910" y="5220000"/>
            <a:ext cx="1013582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55910" y="5130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69492" y="5130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55910" y="4932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69492" y="4932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2701" y="5256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585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92089" y="3199379"/>
            <a:ext cx="0" cy="144673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02089" y="3199379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02089" y="4646117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04089" y="3199379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404089" y="4646117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64089" y="3832748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835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69492" y="2911379"/>
            <a:ext cx="234597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69492" y="2821379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04089" y="2821379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169492" y="2911379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404089" y="2911379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26790" y="2731379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1492" y="327137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888888"/>
                </a:solidFill>
              </a:defRPr>
            </a:pPr>
            <a:r>
              <a:t>encoche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A2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fond longueur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365 × 1870 mm · ép. 15 mm</a:t>
            </a:r>
          </a:p>
        </p:txBody>
      </p:sp>
      <p:sp>
        <p:nvSpPr>
          <p:cNvPr id="41" name="Freeform 40"/>
          <p:cNvSpPr/>
          <p:nvPr/>
        </p:nvSpPr>
        <p:spPr>
          <a:xfrm>
            <a:off x="3463797" y="6552000"/>
            <a:ext cx="3463797" cy="6552000"/>
          </a:xfrm>
          <a:custGeom>
            <a:avLst/>
            <a:gdLst/>
            <a:ahLst/>
            <a:cxnLst/>
            <a:rect l="l" t="t" r="r" b="b"/>
            <a:pathLst>
              <a:path w="3463797" h="6552000">
                <a:moveTo>
                  <a:pt x="3463797" y="6552000"/>
                </a:moveTo>
                <a:moveTo>
                  <a:pt x="0" y="0"/>
                </a:moveTo>
                <a:lnTo>
                  <a:pt x="632406" y="0"/>
                </a:lnTo>
                <a:lnTo>
                  <a:pt x="632406" y="1507379"/>
                </a:lnTo>
                <a:lnTo>
                  <a:pt x="76235" y="1507379"/>
                </a:lnTo>
                <a:lnTo>
                  <a:pt x="76235" y="2954117"/>
                </a:lnTo>
                <a:lnTo>
                  <a:pt x="632406" y="2954117"/>
                </a:lnTo>
                <a:lnTo>
                  <a:pt x="632406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3463797" y="6264000"/>
            <a:ext cx="632406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63797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096203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463797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096203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20000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365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75797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85797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85797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175797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175797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635797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1870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463797" y="8494748"/>
            <a:ext cx="76235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463797" y="8404748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540032" y="8404748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63797" y="8494748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40032" y="8494748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141914" y="8314748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44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384203" y="8059379"/>
            <a:ext cx="0" cy="144673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294203" y="8059379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294203" y="9506117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096203" y="8059379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096203" y="9506117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56203" y="8692748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835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Base extérieure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face longueur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1870 × 365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1440000" y="2855262"/>
            <a:ext cx="4680000" cy="2855262"/>
          </a:xfrm>
          <a:custGeom>
            <a:avLst/>
            <a:gdLst/>
            <a:ahLst/>
            <a:cxnLst/>
            <a:rect l="l" t="t" r="r" b="b"/>
            <a:pathLst>
              <a:path w="4680000" h="2855262">
                <a:moveTo>
                  <a:pt x="1440000" y="2855262"/>
                </a:moveTo>
                <a:moveTo>
                  <a:pt x="0" y="0"/>
                </a:moveTo>
                <a:lnTo>
                  <a:pt x="4680000" y="0"/>
                </a:lnTo>
                <a:lnTo>
                  <a:pt x="4680000" y="913475"/>
                </a:lnTo>
                <a:lnTo>
                  <a:pt x="0" y="913475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440000" y="2567262"/>
            <a:ext cx="46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40000" y="2477262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0000" y="2477262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40000" y="2567262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120000" y="2567262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0000" y="2387262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1870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000" y="2855262"/>
            <a:ext cx="0" cy="913475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2000" y="2855262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2000" y="3768737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52000" y="2855262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52000" y="3768737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000" y="3221999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droite largeur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775 × 380 mm · ép. 15 mm</a:t>
            </a:r>
          </a:p>
        </p:txBody>
      </p:sp>
      <p:sp>
        <p:nvSpPr>
          <p:cNvPr id="22" name="Freeform 21"/>
          <p:cNvSpPr/>
          <p:nvPr/>
        </p:nvSpPr>
        <p:spPr>
          <a:xfrm>
            <a:off x="1440000" y="7024645"/>
            <a:ext cx="4680000" cy="7024645"/>
          </a:xfrm>
          <a:custGeom>
            <a:avLst/>
            <a:gdLst/>
            <a:ahLst/>
            <a:cxnLst/>
            <a:rect l="l" t="t" r="r" b="b"/>
            <a:pathLst>
              <a:path w="4680000" h="7024645">
                <a:moveTo>
                  <a:pt x="1440000" y="7024645"/>
                </a:moveTo>
                <a:moveTo>
                  <a:pt x="0" y="0"/>
                </a:moveTo>
                <a:lnTo>
                  <a:pt x="4076129" y="0"/>
                </a:lnTo>
                <a:lnTo>
                  <a:pt x="4680000" y="603870"/>
                </a:lnTo>
                <a:lnTo>
                  <a:pt x="4680000" y="2294709"/>
                </a:lnTo>
                <a:lnTo>
                  <a:pt x="0" y="2294709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440000" y="9607354"/>
            <a:ext cx="46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40000" y="9517354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0000" y="9517354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40000" y="9319354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20000" y="9319354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20000" y="9643354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775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52000" y="7024645"/>
            <a:ext cx="0" cy="2294709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62000" y="7024645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2000" y="9319354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152000" y="7024645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152000" y="9319354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000" y="8081999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380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40000" y="6736645"/>
            <a:ext cx="4076129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40000" y="6646645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16129" y="6646645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40000" y="6736645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516129" y="6736645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118064" y="6556645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675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2129" y="7060645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888888"/>
                </a:solidFill>
              </a:defRPr>
            </a:pPr>
            <a:r>
              <a:t>chanfrein</a:t>
            </a:r>
            <a:br/>
            <a:r>
              <a:t>100×100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Base extérieure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gauche largeur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380 × 775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2985677" y="1692000"/>
            <a:ext cx="2985677" cy="3240000"/>
          </a:xfrm>
          <a:custGeom>
            <a:avLst/>
            <a:gdLst/>
            <a:ahLst/>
            <a:cxnLst/>
            <a:rect l="l" t="t" r="r" b="b"/>
            <a:pathLst>
              <a:path w="2985677" h="3240000">
                <a:moveTo>
                  <a:pt x="2985677" y="1692000"/>
                </a:moveTo>
                <a:moveTo>
                  <a:pt x="0" y="0"/>
                </a:moveTo>
                <a:lnTo>
                  <a:pt x="1170580" y="0"/>
                </a:lnTo>
                <a:lnTo>
                  <a:pt x="1588645" y="418064"/>
                </a:lnTo>
                <a:lnTo>
                  <a:pt x="1588645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985677" y="5220000"/>
            <a:ext cx="1588645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85677" y="5130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4322" y="5130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85677" y="4932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4322" y="4932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9999" y="5256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380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677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07677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07677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697677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677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57677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775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85677" y="1404000"/>
            <a:ext cx="117058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85677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56257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985677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56257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10967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280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2257" y="1728000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888888"/>
                </a:solidFill>
              </a:defRPr>
            </a:pPr>
            <a:r>
              <a:t>chanfrein</a:t>
            </a:r>
            <a:br/>
            <a:r>
              <a:t>100×100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Étapes de montage — Base extérieure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296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Poser la planche sol [A1]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1656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Place A1 à plat. Attention : encoche passage de roue — vérifie l'orientation.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84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2484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Monter les côtés [A4] et [A5]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2844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Visse A4 et A5 verticalement sur les bords de A1. Pré-perce à 3 mm, 4 vis 4×40 mm par côté.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671999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000" y="3671999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Fixer le fond [A2]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4031999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Glisse A2 à l'arrière. Visse dans les chants des côtés — 4 vis 3,5×30 mm par côté.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859999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4859999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Fermer avec la face [A3]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5219999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Fixe A3 à l'avant. Vérifie l'équerrage (diagonales) avant de serrer.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Étapes de montage — Ossature carrelets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296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Cadre bas [B2, B3, B4, B7-B9]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1656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Visse les carrelets horizontaux au fond. B2 (face, 187 cm), B3+B4 (fond), B7-B9 (largeurs). 2 vis 3,5×25 mm.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84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2484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Montants verticaux [B11-B16]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2844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Fixe les 6 carrelets verticaux dans les angles. Visse par le bas + par le côté.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671999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000" y="3671999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Cadre haut [B1, B5, B6, B10]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4031999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Pose les carrelets du haut. B1 (187 cm), B5+B6 (73 cm), B10 (65,8 cm). 2 vis par jonction.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859999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4859999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Petits carrelets + rails [B17-B24]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5219999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B17-B18 (14,5 cm) ferment le cadre gauche. B19-B24 forment les rails du tiroir (parallèles, ~101 cm).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36000"/>
            <a:ext cx="75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Bloc Lit Peigne</a:t>
            </a:r>
            <a:br/>
            <a:r>
              <a:t>Cloisons intérieures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91999"/>
            <a:ext cx="75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Guide de montage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5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Encombrement fini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Matière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1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CP peuplier 15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Panneaux à découper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5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Carrelets 15 × 15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1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Liste de débit — Cloisons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188000"/>
          <a:ext cx="6444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2700000"/>
                <a:gridCol w="2160000"/>
                <a:gridCol w="864000"/>
              </a:tblGrid>
              <a:tr h="216000">
                <a:tc>
                  <a:txBody>
                    <a:bodyPr/>
                    <a:lstStyle/>
                    <a:p>
                      <a:r>
                        <a:t>Rép.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Panneau (CP 15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Qté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 gauche glissière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1010 × 350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droite intérieur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1010 × 350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placard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745 × 350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Séparation boxio / rangement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745 × 350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Cloisons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Support gauche glissière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1010 × 350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3218453" y="1692000"/>
            <a:ext cx="3218453" cy="3240000"/>
          </a:xfrm>
          <a:custGeom>
            <a:avLst/>
            <a:gdLst/>
            <a:ahLst/>
            <a:cxnLst/>
            <a:rect l="l" t="t" r="r" b="b"/>
            <a:pathLst>
              <a:path w="3218453" h="3240000">
                <a:moveTo>
                  <a:pt x="3218453" y="1692000"/>
                </a:moveTo>
                <a:moveTo>
                  <a:pt x="0" y="0"/>
                </a:moveTo>
                <a:lnTo>
                  <a:pt x="1123093" y="0"/>
                </a:lnTo>
                <a:lnTo>
                  <a:pt x="1123093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218453" y="1404000"/>
            <a:ext cx="1123093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18453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41546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18453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341546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9999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30453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40453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40453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930453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930453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90453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droite intérieur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1010 × 350 mm · ép. 15 mm</a:t>
            </a:r>
          </a:p>
        </p:txBody>
      </p:sp>
      <p:sp>
        <p:nvSpPr>
          <p:cNvPr id="22" name="Freeform 21"/>
          <p:cNvSpPr/>
          <p:nvPr/>
        </p:nvSpPr>
        <p:spPr>
          <a:xfrm>
            <a:off x="3218453" y="6552000"/>
            <a:ext cx="3218453" cy="6552000"/>
          </a:xfrm>
          <a:custGeom>
            <a:avLst/>
            <a:gdLst/>
            <a:ahLst/>
            <a:cxnLst/>
            <a:rect l="l" t="t" r="r" b="b"/>
            <a:pathLst>
              <a:path w="3218453" h="6552000">
                <a:moveTo>
                  <a:pt x="3218453" y="6552000"/>
                </a:moveTo>
                <a:moveTo>
                  <a:pt x="0" y="0"/>
                </a:moveTo>
                <a:lnTo>
                  <a:pt x="1123093" y="0"/>
                </a:lnTo>
                <a:lnTo>
                  <a:pt x="1123093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18453" y="6264000"/>
            <a:ext cx="1123093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18453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41546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18453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341546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19999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350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30453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40453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40453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930453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930453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390453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Cloisons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C3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placard gauche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745 × 350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3018926" y="1692000"/>
            <a:ext cx="3018926" cy="3239999"/>
          </a:xfrm>
          <a:custGeom>
            <a:avLst/>
            <a:gdLst/>
            <a:ahLst/>
            <a:cxnLst/>
            <a:rect l="l" t="t" r="r" b="b"/>
            <a:pathLst>
              <a:path w="3018926" h="3239999">
                <a:moveTo>
                  <a:pt x="3018926" y="1692000"/>
                </a:moveTo>
                <a:moveTo>
                  <a:pt x="0" y="0"/>
                </a:moveTo>
                <a:lnTo>
                  <a:pt x="1456912" y="0"/>
                </a:lnTo>
                <a:lnTo>
                  <a:pt x="1456912" y="65234"/>
                </a:lnTo>
                <a:lnTo>
                  <a:pt x="1522147" y="65234"/>
                </a:lnTo>
                <a:lnTo>
                  <a:pt x="1522147" y="3239999"/>
                </a:lnTo>
                <a:lnTo>
                  <a:pt x="65234" y="3239999"/>
                </a:lnTo>
                <a:lnTo>
                  <a:pt x="65234" y="3172590"/>
                </a:lnTo>
                <a:lnTo>
                  <a:pt x="0" y="317259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018926" y="1404000"/>
            <a:ext cx="1522147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8926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41073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018926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41073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9999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0926" y="1692000"/>
            <a:ext cx="0" cy="3239999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40926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40926" y="4931999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730926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30926" y="4931999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90926" y="3221999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C4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Séparation boxio / rangement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745 × 350 mm · ép. 15 mm</a:t>
            </a:r>
          </a:p>
        </p:txBody>
      </p:sp>
      <p:sp>
        <p:nvSpPr>
          <p:cNvPr id="22" name="Freeform 21"/>
          <p:cNvSpPr/>
          <p:nvPr/>
        </p:nvSpPr>
        <p:spPr>
          <a:xfrm>
            <a:off x="3018926" y="6552000"/>
            <a:ext cx="3018926" cy="6552000"/>
          </a:xfrm>
          <a:custGeom>
            <a:avLst/>
            <a:gdLst/>
            <a:ahLst/>
            <a:cxnLst/>
            <a:rect l="l" t="t" r="r" b="b"/>
            <a:pathLst>
              <a:path w="3018926" h="6552000">
                <a:moveTo>
                  <a:pt x="3018926" y="6552000"/>
                </a:moveTo>
                <a:moveTo>
                  <a:pt x="0" y="0"/>
                </a:moveTo>
                <a:lnTo>
                  <a:pt x="1456912" y="0"/>
                </a:lnTo>
                <a:lnTo>
                  <a:pt x="1456912" y="65234"/>
                </a:lnTo>
                <a:lnTo>
                  <a:pt x="1522147" y="65234"/>
                </a:lnTo>
                <a:lnTo>
                  <a:pt x="1522147" y="3174765"/>
                </a:lnTo>
                <a:lnTo>
                  <a:pt x="1456912" y="3174765"/>
                </a:lnTo>
                <a:lnTo>
                  <a:pt x="1456912" y="3239999"/>
                </a:lnTo>
                <a:lnTo>
                  <a:pt x="65234" y="3239999"/>
                </a:lnTo>
                <a:lnTo>
                  <a:pt x="65234" y="3174765"/>
                </a:lnTo>
                <a:lnTo>
                  <a:pt x="0" y="3174765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018926" y="6264000"/>
            <a:ext cx="1522147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18926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41073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018926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41073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19999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350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30926" y="6552000"/>
            <a:ext cx="0" cy="3239999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40926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40926" y="9791999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730926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30926" y="9791999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90926" y="8081999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Étapes de montage — Cloisons intérieures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296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Cloisons longitudinales [C1] et [C2]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1656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Visse C1 et C2 verticalement sur les carrelets. 4 vis 3,5×30 mm par planche.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84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2484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Cloisons transversales [C3] et [C4]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2844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Fixe C3 et C4 perpendiculairement. Visse dans carrelets + cloisons longitudinales.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36000"/>
            <a:ext cx="75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Bloc Lit Peigne</a:t>
            </a:r>
            <a:br/>
            <a:r>
              <a:t>Tiroir coulissant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91999"/>
            <a:ext cx="75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Guide de montage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5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Encombrement fini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98,5 × 41 × 31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Matière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1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CP peuplier 15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Panneaux à découper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5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Carrelets 15 × 15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1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Liste de débit — Tiroir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188000"/>
          <a:ext cx="6444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2700000"/>
                <a:gridCol w="2160000"/>
                <a:gridCol w="864000"/>
              </a:tblGrid>
              <a:tr h="215999">
                <a:tc>
                  <a:txBody>
                    <a:bodyPr/>
                    <a:lstStyle/>
                    <a:p>
                      <a:r>
                        <a:t>Rép.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Panneau (CP 15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Qté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bas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985 × 410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fond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 × 310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face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 × 310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droite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985 × 310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6004">
                <a:tc>
                  <a:txBody>
                    <a:bodyPr/>
                    <a:lstStyle/>
                    <a:p>
                      <a:r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gauche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985 × 310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2843999"/>
          <a:ext cx="6444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2700000"/>
                <a:gridCol w="2160000"/>
                <a:gridCol w="864000"/>
              </a:tblGrid>
              <a:tr h="180000">
                <a:tc>
                  <a:txBody>
                    <a:bodyPr/>
                    <a:lstStyle/>
                    <a:p>
                      <a:r>
                        <a:t>Rép.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Carrelet (15 × 15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Qté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Long. gauche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Long. droit tiroir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98,5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Fond gauche 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Fond droit 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 avant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 avant droit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Fond largeur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r>
                        <a:t>D13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Largeur bas 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Tiroir — planches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D1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bas tiroir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985 × 410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1440000" y="2337594"/>
            <a:ext cx="4680000" cy="2337594"/>
          </a:xfrm>
          <a:custGeom>
            <a:avLst/>
            <a:gdLst/>
            <a:ahLst/>
            <a:cxnLst/>
            <a:rect l="l" t="t" r="r" b="b"/>
            <a:pathLst>
              <a:path w="4680000" h="2337594">
                <a:moveTo>
                  <a:pt x="1440000" y="2337594"/>
                </a:moveTo>
                <a:moveTo>
                  <a:pt x="0" y="0"/>
                </a:moveTo>
                <a:lnTo>
                  <a:pt x="4680000" y="0"/>
                </a:lnTo>
                <a:lnTo>
                  <a:pt x="4680000" y="1948811"/>
                </a:lnTo>
                <a:lnTo>
                  <a:pt x="0" y="1948811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440000" y="2049594"/>
            <a:ext cx="46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40000" y="1959594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0000" y="1959594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40000" y="2049594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120000" y="2049594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0000" y="1869594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985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000" y="2337594"/>
            <a:ext cx="0" cy="1948811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2000" y="2337594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2000" y="4286405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52000" y="2337594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52000" y="4286405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000" y="3221999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410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D2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fond tiroir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440 × 310 mm · ép. 15 mm</a:t>
            </a:r>
          </a:p>
        </p:txBody>
      </p:sp>
      <p:sp>
        <p:nvSpPr>
          <p:cNvPr id="22" name="Freeform 21"/>
          <p:cNvSpPr/>
          <p:nvPr/>
        </p:nvSpPr>
        <p:spPr>
          <a:xfrm>
            <a:off x="1480645" y="6552000"/>
            <a:ext cx="4598709" cy="6552000"/>
          </a:xfrm>
          <a:custGeom>
            <a:avLst/>
            <a:gdLst/>
            <a:ahLst/>
            <a:cxnLst/>
            <a:rect l="l" t="t" r="r" b="b"/>
            <a:pathLst>
              <a:path w="4598709" h="6552000">
                <a:moveTo>
                  <a:pt x="1480645" y="6552000"/>
                </a:moveTo>
                <a:moveTo>
                  <a:pt x="0" y="0"/>
                </a:moveTo>
                <a:lnTo>
                  <a:pt x="4598709" y="0"/>
                </a:lnTo>
                <a:lnTo>
                  <a:pt x="4598709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480645" y="6264000"/>
            <a:ext cx="4598709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0645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79354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480645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79354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19999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440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92645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02645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02645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192645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192645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2645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Tiroir — planches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D3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face tiroir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440 × 310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1480645" y="1692000"/>
            <a:ext cx="4598709" cy="3240000"/>
          </a:xfrm>
          <a:custGeom>
            <a:avLst/>
            <a:gdLst/>
            <a:ahLst/>
            <a:cxnLst/>
            <a:rect l="l" t="t" r="r" b="b"/>
            <a:pathLst>
              <a:path w="4598709" h="3240000">
                <a:moveTo>
                  <a:pt x="1480645" y="1692000"/>
                </a:moveTo>
                <a:moveTo>
                  <a:pt x="0" y="0"/>
                </a:moveTo>
                <a:lnTo>
                  <a:pt x="4598709" y="0"/>
                </a:lnTo>
                <a:lnTo>
                  <a:pt x="4598709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480645" y="1404000"/>
            <a:ext cx="4598709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80645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79354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80645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79354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9999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440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92645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02645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2645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92645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92645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645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D4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droite tiroir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985 × 310 mm · ép. 15 mm</a:t>
            </a:r>
          </a:p>
        </p:txBody>
      </p:sp>
      <p:sp>
        <p:nvSpPr>
          <p:cNvPr id="22" name="Freeform 21"/>
          <p:cNvSpPr/>
          <p:nvPr/>
        </p:nvSpPr>
        <p:spPr>
          <a:xfrm>
            <a:off x="3270152" y="6552000"/>
            <a:ext cx="3270152" cy="6552000"/>
          </a:xfrm>
          <a:custGeom>
            <a:avLst/>
            <a:gdLst/>
            <a:ahLst/>
            <a:cxnLst/>
            <a:rect l="l" t="t" r="r" b="b"/>
            <a:pathLst>
              <a:path w="3270152" h="6552000">
                <a:moveTo>
                  <a:pt x="3270152" y="6552000"/>
                </a:moveTo>
                <a:moveTo>
                  <a:pt x="0" y="0"/>
                </a:moveTo>
                <a:lnTo>
                  <a:pt x="1019695" y="0"/>
                </a:lnTo>
                <a:lnTo>
                  <a:pt x="1019695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70152" y="6264000"/>
            <a:ext cx="1019695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70152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89847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70152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289847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19999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82152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92152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92152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982152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982152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42152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985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Tiroir — planches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D5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gauche tiroir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985 × 310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1440000" y="2575553"/>
            <a:ext cx="4680000" cy="2575553"/>
          </a:xfrm>
          <a:custGeom>
            <a:avLst/>
            <a:gdLst/>
            <a:ahLst/>
            <a:cxnLst/>
            <a:rect l="l" t="t" r="r" b="b"/>
            <a:pathLst>
              <a:path w="4680000" h="2575553">
                <a:moveTo>
                  <a:pt x="1440000" y="2575553"/>
                </a:moveTo>
                <a:moveTo>
                  <a:pt x="0" y="0"/>
                </a:moveTo>
                <a:lnTo>
                  <a:pt x="4680000" y="0"/>
                </a:lnTo>
                <a:lnTo>
                  <a:pt x="4680000" y="1472893"/>
                </a:lnTo>
                <a:lnTo>
                  <a:pt x="0" y="1472893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440000" y="2287553"/>
            <a:ext cx="46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40000" y="2197553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0000" y="2197553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40000" y="2287553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120000" y="2287553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0000" y="2107553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985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000" y="2575553"/>
            <a:ext cx="0" cy="1472893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2000" y="2575553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2000" y="4048446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52000" y="2575553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52000" y="4048446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000" y="3221999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Étapes de montage — Tiroir coulissant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296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Ossature tiroir [D6-D13]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1656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Assemble les 8 carrelets en cadre : 2 longueurs + 2 largeurs + 4 verticaux.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84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2484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Planches du caisson [D1-D5]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2844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Visse D1 (bas), puis D2-D5 (4 côtés). 3 vis par planche.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671999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000" y="3671999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Glissières + insertion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4031999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Fixe les glissières sur les rails B19-B22. Glisse le tiroir. Il doit coulisser librement.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36000"/>
            <a:ext cx="75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Bloc Lit Peigne</a:t>
            </a:r>
            <a:br/>
            <a:r>
              <a:t>Peigne — surface de couchage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91999"/>
            <a:ext cx="75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Guide de montage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5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Encombrement fini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99" y="4392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190 × 152 cm (déplié)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Matière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1999" y="4860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CP peuplier 15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Panneaux à découper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999" y="5328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5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Carrelets 15 × 15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1999" y="5796000"/>
            <a:ext cx="23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Liste de débit — Peigne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188000"/>
          <a:ext cx="6444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2700000"/>
                <a:gridCol w="2160000"/>
                <a:gridCol w="864000"/>
              </a:tblGrid>
              <a:tr h="215999">
                <a:tc>
                  <a:txBody>
                    <a:bodyPr/>
                    <a:lstStyle/>
                    <a:p>
                      <a:r>
                        <a:t>Rép.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Panneau (CP 15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Qté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Planche du dessus 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775 × 1870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Lit peigne fixée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740 × 1900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Peigne mobile droite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1032 × 845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Peigne mobile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 × 740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Pied lit droite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 × 950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Pied lit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 × 950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r>
                        <a:t>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Triangle pied droit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× 100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216007">
                <a:tc>
                  <a:txBody>
                    <a:bodyPr/>
                    <a:lstStyle/>
                    <a:p>
                      <a:r>
                        <a:t>E8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Triangle pied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× 100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Peigne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Planche du dessus 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775 × 1870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3108610" y="1692000"/>
            <a:ext cx="3108610" cy="3240000"/>
          </a:xfrm>
          <a:custGeom>
            <a:avLst/>
            <a:gdLst/>
            <a:ahLst/>
            <a:cxnLst/>
            <a:rect l="l" t="t" r="r" b="b"/>
            <a:pathLst>
              <a:path w="3108610" h="3240000">
                <a:moveTo>
                  <a:pt x="3108610" y="1692000"/>
                </a:moveTo>
                <a:moveTo>
                  <a:pt x="0" y="0"/>
                </a:moveTo>
                <a:lnTo>
                  <a:pt x="1342780" y="0"/>
                </a:lnTo>
                <a:lnTo>
                  <a:pt x="134278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108610" y="1404000"/>
            <a:ext cx="134278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08610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51390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108610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451390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0000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20610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30610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30610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20610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820610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0610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1870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Lit peigne fixée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740 × 1900 mm · ép. 15 mm</a:t>
            </a:r>
          </a:p>
        </p:txBody>
      </p:sp>
      <p:sp>
        <p:nvSpPr>
          <p:cNvPr id="22" name="Freeform 21"/>
          <p:cNvSpPr/>
          <p:nvPr/>
        </p:nvSpPr>
        <p:spPr>
          <a:xfrm>
            <a:off x="3149053" y="6552000"/>
            <a:ext cx="3149053" cy="6552000"/>
          </a:xfrm>
          <a:custGeom>
            <a:avLst/>
            <a:gdLst/>
            <a:ahLst/>
            <a:cxnLst/>
            <a:rect l="l" t="t" r="r" b="b"/>
            <a:pathLst>
              <a:path w="3149053" h="6552000">
                <a:moveTo>
                  <a:pt x="3149053" y="6552000"/>
                </a:moveTo>
                <a:moveTo>
                  <a:pt x="0" y="0"/>
                </a:moveTo>
                <a:lnTo>
                  <a:pt x="187578" y="0"/>
                </a:lnTo>
                <a:lnTo>
                  <a:pt x="165581" y="2898"/>
                </a:lnTo>
                <a:lnTo>
                  <a:pt x="144947" y="11425"/>
                </a:lnTo>
                <a:lnTo>
                  <a:pt x="127212" y="24896"/>
                </a:lnTo>
                <a:lnTo>
                  <a:pt x="113741" y="42631"/>
                </a:lnTo>
                <a:lnTo>
                  <a:pt x="105214" y="63265"/>
                </a:lnTo>
                <a:lnTo>
                  <a:pt x="102315" y="85263"/>
                </a:lnTo>
                <a:lnTo>
                  <a:pt x="105214" y="107261"/>
                </a:lnTo>
                <a:lnTo>
                  <a:pt x="113741" y="127894"/>
                </a:lnTo>
                <a:lnTo>
                  <a:pt x="127212" y="145629"/>
                </a:lnTo>
                <a:lnTo>
                  <a:pt x="144947" y="159101"/>
                </a:lnTo>
                <a:lnTo>
                  <a:pt x="165581" y="167627"/>
                </a:lnTo>
                <a:lnTo>
                  <a:pt x="187578" y="170526"/>
                </a:lnTo>
                <a:lnTo>
                  <a:pt x="1176631" y="170526"/>
                </a:lnTo>
                <a:lnTo>
                  <a:pt x="1187715" y="171208"/>
                </a:lnTo>
                <a:lnTo>
                  <a:pt x="1198629" y="173425"/>
                </a:lnTo>
                <a:lnTo>
                  <a:pt x="1209202" y="177006"/>
                </a:lnTo>
                <a:lnTo>
                  <a:pt x="1219263" y="181951"/>
                </a:lnTo>
                <a:lnTo>
                  <a:pt x="1228471" y="188090"/>
                </a:lnTo>
                <a:lnTo>
                  <a:pt x="1236997" y="195423"/>
                </a:lnTo>
                <a:lnTo>
                  <a:pt x="1244330" y="203949"/>
                </a:lnTo>
                <a:lnTo>
                  <a:pt x="1250469" y="213157"/>
                </a:lnTo>
                <a:lnTo>
                  <a:pt x="1255414" y="223218"/>
                </a:lnTo>
                <a:lnTo>
                  <a:pt x="1258995" y="233791"/>
                </a:lnTo>
                <a:lnTo>
                  <a:pt x="1261212" y="244705"/>
                </a:lnTo>
                <a:lnTo>
                  <a:pt x="1261894" y="255789"/>
                </a:lnTo>
                <a:lnTo>
                  <a:pt x="1261212" y="266873"/>
                </a:lnTo>
                <a:lnTo>
                  <a:pt x="1258995" y="277787"/>
                </a:lnTo>
                <a:lnTo>
                  <a:pt x="1255414" y="288360"/>
                </a:lnTo>
                <a:lnTo>
                  <a:pt x="1250469" y="298421"/>
                </a:lnTo>
                <a:lnTo>
                  <a:pt x="1244330" y="307629"/>
                </a:lnTo>
                <a:lnTo>
                  <a:pt x="1236997" y="316155"/>
                </a:lnTo>
                <a:lnTo>
                  <a:pt x="1228471" y="323488"/>
                </a:lnTo>
                <a:lnTo>
                  <a:pt x="1219263" y="329627"/>
                </a:lnTo>
                <a:lnTo>
                  <a:pt x="1209202" y="334572"/>
                </a:lnTo>
                <a:lnTo>
                  <a:pt x="1198629" y="338153"/>
                </a:lnTo>
                <a:lnTo>
                  <a:pt x="1187715" y="340370"/>
                </a:lnTo>
                <a:lnTo>
                  <a:pt x="1176631" y="341052"/>
                </a:lnTo>
                <a:lnTo>
                  <a:pt x="187578" y="341052"/>
                </a:lnTo>
                <a:lnTo>
                  <a:pt x="165581" y="343951"/>
                </a:lnTo>
                <a:lnTo>
                  <a:pt x="144947" y="352477"/>
                </a:lnTo>
                <a:lnTo>
                  <a:pt x="127212" y="365949"/>
                </a:lnTo>
                <a:lnTo>
                  <a:pt x="113741" y="383684"/>
                </a:lnTo>
                <a:lnTo>
                  <a:pt x="105214" y="404317"/>
                </a:lnTo>
                <a:lnTo>
                  <a:pt x="102315" y="426315"/>
                </a:lnTo>
                <a:lnTo>
                  <a:pt x="105214" y="448313"/>
                </a:lnTo>
                <a:lnTo>
                  <a:pt x="113741" y="468947"/>
                </a:lnTo>
                <a:lnTo>
                  <a:pt x="127212" y="486682"/>
                </a:lnTo>
                <a:lnTo>
                  <a:pt x="144947" y="500153"/>
                </a:lnTo>
                <a:lnTo>
                  <a:pt x="165581" y="508680"/>
                </a:lnTo>
                <a:lnTo>
                  <a:pt x="187578" y="511578"/>
                </a:lnTo>
                <a:lnTo>
                  <a:pt x="1176631" y="511578"/>
                </a:lnTo>
                <a:lnTo>
                  <a:pt x="1198629" y="514477"/>
                </a:lnTo>
                <a:lnTo>
                  <a:pt x="1219263" y="523004"/>
                </a:lnTo>
                <a:lnTo>
                  <a:pt x="1236997" y="536475"/>
                </a:lnTo>
                <a:lnTo>
                  <a:pt x="1250469" y="554210"/>
                </a:lnTo>
                <a:lnTo>
                  <a:pt x="1258995" y="574844"/>
                </a:lnTo>
                <a:lnTo>
                  <a:pt x="1261894" y="596842"/>
                </a:lnTo>
                <a:lnTo>
                  <a:pt x="1258995" y="618840"/>
                </a:lnTo>
                <a:lnTo>
                  <a:pt x="1250469" y="639473"/>
                </a:lnTo>
                <a:lnTo>
                  <a:pt x="1236997" y="657208"/>
                </a:lnTo>
                <a:lnTo>
                  <a:pt x="1219263" y="670680"/>
                </a:lnTo>
                <a:lnTo>
                  <a:pt x="1198629" y="679206"/>
                </a:lnTo>
                <a:lnTo>
                  <a:pt x="1176631" y="682105"/>
                </a:lnTo>
                <a:lnTo>
                  <a:pt x="187578" y="682105"/>
                </a:lnTo>
                <a:lnTo>
                  <a:pt x="165581" y="685004"/>
                </a:lnTo>
                <a:lnTo>
                  <a:pt x="144947" y="693530"/>
                </a:lnTo>
                <a:lnTo>
                  <a:pt x="127212" y="707002"/>
                </a:lnTo>
                <a:lnTo>
                  <a:pt x="113741" y="724736"/>
                </a:lnTo>
                <a:lnTo>
                  <a:pt x="105214" y="745370"/>
                </a:lnTo>
                <a:lnTo>
                  <a:pt x="102315" y="767368"/>
                </a:lnTo>
                <a:lnTo>
                  <a:pt x="105214" y="789366"/>
                </a:lnTo>
                <a:lnTo>
                  <a:pt x="113741" y="810000"/>
                </a:lnTo>
                <a:lnTo>
                  <a:pt x="127212" y="827734"/>
                </a:lnTo>
                <a:lnTo>
                  <a:pt x="144947" y="841206"/>
                </a:lnTo>
                <a:lnTo>
                  <a:pt x="165581" y="849732"/>
                </a:lnTo>
                <a:lnTo>
                  <a:pt x="187578" y="852631"/>
                </a:lnTo>
                <a:lnTo>
                  <a:pt x="1176631" y="852631"/>
                </a:lnTo>
                <a:lnTo>
                  <a:pt x="1198629" y="855530"/>
                </a:lnTo>
                <a:lnTo>
                  <a:pt x="1219263" y="864056"/>
                </a:lnTo>
                <a:lnTo>
                  <a:pt x="1236997" y="877528"/>
                </a:lnTo>
                <a:lnTo>
                  <a:pt x="1250469" y="895263"/>
                </a:lnTo>
                <a:lnTo>
                  <a:pt x="1258995" y="915896"/>
                </a:lnTo>
                <a:lnTo>
                  <a:pt x="1261894" y="937894"/>
                </a:lnTo>
                <a:lnTo>
                  <a:pt x="1258995" y="959892"/>
                </a:lnTo>
                <a:lnTo>
                  <a:pt x="1250469" y="980526"/>
                </a:lnTo>
                <a:lnTo>
                  <a:pt x="1236997" y="998261"/>
                </a:lnTo>
                <a:lnTo>
                  <a:pt x="1219263" y="1011732"/>
                </a:lnTo>
                <a:lnTo>
                  <a:pt x="1198629" y="1020258"/>
                </a:lnTo>
                <a:lnTo>
                  <a:pt x="1176631" y="1023157"/>
                </a:lnTo>
                <a:lnTo>
                  <a:pt x="187578" y="1023157"/>
                </a:lnTo>
                <a:lnTo>
                  <a:pt x="165581" y="1026056"/>
                </a:lnTo>
                <a:lnTo>
                  <a:pt x="144947" y="1034583"/>
                </a:lnTo>
                <a:lnTo>
                  <a:pt x="127212" y="1048054"/>
                </a:lnTo>
                <a:lnTo>
                  <a:pt x="113741" y="1065789"/>
                </a:lnTo>
                <a:lnTo>
                  <a:pt x="105214" y="1086423"/>
                </a:lnTo>
                <a:lnTo>
                  <a:pt x="102315" y="1108421"/>
                </a:lnTo>
                <a:lnTo>
                  <a:pt x="105214" y="1130418"/>
                </a:lnTo>
                <a:lnTo>
                  <a:pt x="113741" y="1151052"/>
                </a:lnTo>
                <a:lnTo>
                  <a:pt x="127212" y="1168787"/>
                </a:lnTo>
                <a:lnTo>
                  <a:pt x="144947" y="1182258"/>
                </a:lnTo>
                <a:lnTo>
                  <a:pt x="165581" y="1190785"/>
                </a:lnTo>
                <a:lnTo>
                  <a:pt x="187578" y="1193684"/>
                </a:lnTo>
                <a:lnTo>
                  <a:pt x="1176631" y="1193684"/>
                </a:lnTo>
                <a:lnTo>
                  <a:pt x="1198629" y="1196583"/>
                </a:lnTo>
                <a:lnTo>
                  <a:pt x="1219263" y="1205109"/>
                </a:lnTo>
                <a:lnTo>
                  <a:pt x="1236997" y="1218581"/>
                </a:lnTo>
                <a:lnTo>
                  <a:pt x="1250469" y="1236315"/>
                </a:lnTo>
                <a:lnTo>
                  <a:pt x="1258995" y="1256949"/>
                </a:lnTo>
                <a:lnTo>
                  <a:pt x="1261894" y="1278947"/>
                </a:lnTo>
                <a:lnTo>
                  <a:pt x="1258995" y="1300945"/>
                </a:lnTo>
                <a:lnTo>
                  <a:pt x="1250469" y="1321578"/>
                </a:lnTo>
                <a:lnTo>
                  <a:pt x="1236997" y="1339313"/>
                </a:lnTo>
                <a:lnTo>
                  <a:pt x="1219263" y="1352785"/>
                </a:lnTo>
                <a:lnTo>
                  <a:pt x="1198629" y="1361311"/>
                </a:lnTo>
                <a:lnTo>
                  <a:pt x="1176631" y="1364210"/>
                </a:lnTo>
                <a:lnTo>
                  <a:pt x="187578" y="1364210"/>
                </a:lnTo>
                <a:lnTo>
                  <a:pt x="165581" y="1367109"/>
                </a:lnTo>
                <a:lnTo>
                  <a:pt x="144947" y="1375635"/>
                </a:lnTo>
                <a:lnTo>
                  <a:pt x="127212" y="1389107"/>
                </a:lnTo>
                <a:lnTo>
                  <a:pt x="113741" y="1406842"/>
                </a:lnTo>
                <a:lnTo>
                  <a:pt x="105214" y="1427475"/>
                </a:lnTo>
                <a:lnTo>
                  <a:pt x="102315" y="1449473"/>
                </a:lnTo>
                <a:lnTo>
                  <a:pt x="105214" y="1471471"/>
                </a:lnTo>
                <a:lnTo>
                  <a:pt x="113741" y="1492105"/>
                </a:lnTo>
                <a:lnTo>
                  <a:pt x="127212" y="1509840"/>
                </a:lnTo>
                <a:lnTo>
                  <a:pt x="144947" y="1523311"/>
                </a:lnTo>
                <a:lnTo>
                  <a:pt x="165581" y="1531837"/>
                </a:lnTo>
                <a:lnTo>
                  <a:pt x="187578" y="1534736"/>
                </a:lnTo>
                <a:lnTo>
                  <a:pt x="1176631" y="1534736"/>
                </a:lnTo>
                <a:lnTo>
                  <a:pt x="1198629" y="1537635"/>
                </a:lnTo>
                <a:lnTo>
                  <a:pt x="1219263" y="1546162"/>
                </a:lnTo>
                <a:lnTo>
                  <a:pt x="1236997" y="1559633"/>
                </a:lnTo>
                <a:lnTo>
                  <a:pt x="1250469" y="1577368"/>
                </a:lnTo>
                <a:lnTo>
                  <a:pt x="1258995" y="1598002"/>
                </a:lnTo>
                <a:lnTo>
                  <a:pt x="1261894" y="1620000"/>
                </a:lnTo>
                <a:lnTo>
                  <a:pt x="1258995" y="1641997"/>
                </a:lnTo>
                <a:lnTo>
                  <a:pt x="1250469" y="1662631"/>
                </a:lnTo>
                <a:lnTo>
                  <a:pt x="1236997" y="1680366"/>
                </a:lnTo>
                <a:lnTo>
                  <a:pt x="1219263" y="1693837"/>
                </a:lnTo>
                <a:lnTo>
                  <a:pt x="1198629" y="1702364"/>
                </a:lnTo>
                <a:lnTo>
                  <a:pt x="1176631" y="1705263"/>
                </a:lnTo>
                <a:lnTo>
                  <a:pt x="187578" y="1705263"/>
                </a:lnTo>
                <a:lnTo>
                  <a:pt x="165581" y="1708162"/>
                </a:lnTo>
                <a:lnTo>
                  <a:pt x="144947" y="1716688"/>
                </a:lnTo>
                <a:lnTo>
                  <a:pt x="127212" y="1730160"/>
                </a:lnTo>
                <a:lnTo>
                  <a:pt x="113741" y="1747894"/>
                </a:lnTo>
                <a:lnTo>
                  <a:pt x="105214" y="1768528"/>
                </a:lnTo>
                <a:lnTo>
                  <a:pt x="102315" y="1790526"/>
                </a:lnTo>
                <a:lnTo>
                  <a:pt x="105214" y="1812524"/>
                </a:lnTo>
                <a:lnTo>
                  <a:pt x="113741" y="1833157"/>
                </a:lnTo>
                <a:lnTo>
                  <a:pt x="127212" y="1850892"/>
                </a:lnTo>
                <a:lnTo>
                  <a:pt x="144947" y="1864364"/>
                </a:lnTo>
                <a:lnTo>
                  <a:pt x="165581" y="1872890"/>
                </a:lnTo>
                <a:lnTo>
                  <a:pt x="187578" y="1875789"/>
                </a:lnTo>
                <a:lnTo>
                  <a:pt x="1176631" y="1875789"/>
                </a:lnTo>
                <a:lnTo>
                  <a:pt x="1198629" y="1878688"/>
                </a:lnTo>
                <a:lnTo>
                  <a:pt x="1219263" y="1887214"/>
                </a:lnTo>
                <a:lnTo>
                  <a:pt x="1236997" y="1900686"/>
                </a:lnTo>
                <a:lnTo>
                  <a:pt x="1250469" y="1918421"/>
                </a:lnTo>
                <a:lnTo>
                  <a:pt x="1258995" y="1939054"/>
                </a:lnTo>
                <a:lnTo>
                  <a:pt x="1261894" y="1961052"/>
                </a:lnTo>
                <a:lnTo>
                  <a:pt x="1258995" y="1983050"/>
                </a:lnTo>
                <a:lnTo>
                  <a:pt x="1250469" y="2003684"/>
                </a:lnTo>
                <a:lnTo>
                  <a:pt x="1236997" y="2021418"/>
                </a:lnTo>
                <a:lnTo>
                  <a:pt x="1219263" y="2034890"/>
                </a:lnTo>
                <a:lnTo>
                  <a:pt x="1198629" y="2043416"/>
                </a:lnTo>
                <a:lnTo>
                  <a:pt x="1176631" y="2046315"/>
                </a:lnTo>
                <a:lnTo>
                  <a:pt x="187578" y="2046315"/>
                </a:lnTo>
                <a:lnTo>
                  <a:pt x="165581" y="2049214"/>
                </a:lnTo>
                <a:lnTo>
                  <a:pt x="144947" y="2057741"/>
                </a:lnTo>
                <a:lnTo>
                  <a:pt x="127212" y="2071212"/>
                </a:lnTo>
                <a:lnTo>
                  <a:pt x="113741" y="2088947"/>
                </a:lnTo>
                <a:lnTo>
                  <a:pt x="105214" y="2109581"/>
                </a:lnTo>
                <a:lnTo>
                  <a:pt x="102315" y="2131578"/>
                </a:lnTo>
                <a:lnTo>
                  <a:pt x="105214" y="2153576"/>
                </a:lnTo>
                <a:lnTo>
                  <a:pt x="113741" y="2174210"/>
                </a:lnTo>
                <a:lnTo>
                  <a:pt x="127212" y="2191945"/>
                </a:lnTo>
                <a:lnTo>
                  <a:pt x="144947" y="2205416"/>
                </a:lnTo>
                <a:lnTo>
                  <a:pt x="165581" y="2213943"/>
                </a:lnTo>
                <a:lnTo>
                  <a:pt x="187578" y="2216842"/>
                </a:lnTo>
                <a:lnTo>
                  <a:pt x="1176631" y="2216842"/>
                </a:lnTo>
                <a:lnTo>
                  <a:pt x="1198629" y="2219741"/>
                </a:lnTo>
                <a:lnTo>
                  <a:pt x="1219263" y="2228267"/>
                </a:lnTo>
                <a:lnTo>
                  <a:pt x="1236997" y="2241738"/>
                </a:lnTo>
                <a:lnTo>
                  <a:pt x="1250469" y="2259473"/>
                </a:lnTo>
                <a:lnTo>
                  <a:pt x="1258995" y="2280107"/>
                </a:lnTo>
                <a:lnTo>
                  <a:pt x="1261894" y="2302105"/>
                </a:lnTo>
                <a:lnTo>
                  <a:pt x="1258995" y="2324103"/>
                </a:lnTo>
                <a:lnTo>
                  <a:pt x="1250469" y="2344736"/>
                </a:lnTo>
                <a:lnTo>
                  <a:pt x="1236997" y="2362471"/>
                </a:lnTo>
                <a:lnTo>
                  <a:pt x="1219263" y="2375943"/>
                </a:lnTo>
                <a:lnTo>
                  <a:pt x="1198629" y="2384469"/>
                </a:lnTo>
                <a:lnTo>
                  <a:pt x="1176631" y="2387368"/>
                </a:lnTo>
                <a:lnTo>
                  <a:pt x="187578" y="2387368"/>
                </a:lnTo>
                <a:lnTo>
                  <a:pt x="165581" y="2390267"/>
                </a:lnTo>
                <a:lnTo>
                  <a:pt x="144947" y="2398793"/>
                </a:lnTo>
                <a:lnTo>
                  <a:pt x="127212" y="2412265"/>
                </a:lnTo>
                <a:lnTo>
                  <a:pt x="113741" y="2430000"/>
                </a:lnTo>
                <a:lnTo>
                  <a:pt x="105214" y="2450633"/>
                </a:lnTo>
                <a:lnTo>
                  <a:pt x="102315" y="2472631"/>
                </a:lnTo>
                <a:lnTo>
                  <a:pt x="105214" y="2494629"/>
                </a:lnTo>
                <a:lnTo>
                  <a:pt x="113741" y="2515263"/>
                </a:lnTo>
                <a:lnTo>
                  <a:pt x="127212" y="2532997"/>
                </a:lnTo>
                <a:lnTo>
                  <a:pt x="144947" y="2546469"/>
                </a:lnTo>
                <a:lnTo>
                  <a:pt x="165581" y="2554995"/>
                </a:lnTo>
                <a:lnTo>
                  <a:pt x="187578" y="2557894"/>
                </a:lnTo>
                <a:lnTo>
                  <a:pt x="1176631" y="2557894"/>
                </a:lnTo>
                <a:lnTo>
                  <a:pt x="1198629" y="2560793"/>
                </a:lnTo>
                <a:lnTo>
                  <a:pt x="1219263" y="2569320"/>
                </a:lnTo>
                <a:lnTo>
                  <a:pt x="1236997" y="2582791"/>
                </a:lnTo>
                <a:lnTo>
                  <a:pt x="1250469" y="2600526"/>
                </a:lnTo>
                <a:lnTo>
                  <a:pt x="1258995" y="2621160"/>
                </a:lnTo>
                <a:lnTo>
                  <a:pt x="1261894" y="2643157"/>
                </a:lnTo>
                <a:lnTo>
                  <a:pt x="1258995" y="2665155"/>
                </a:lnTo>
                <a:lnTo>
                  <a:pt x="1250469" y="2685789"/>
                </a:lnTo>
                <a:lnTo>
                  <a:pt x="1236997" y="2703524"/>
                </a:lnTo>
                <a:lnTo>
                  <a:pt x="1219263" y="2716995"/>
                </a:lnTo>
                <a:lnTo>
                  <a:pt x="1198629" y="2725522"/>
                </a:lnTo>
                <a:lnTo>
                  <a:pt x="1176631" y="2728421"/>
                </a:lnTo>
                <a:lnTo>
                  <a:pt x="187578" y="2728421"/>
                </a:lnTo>
                <a:lnTo>
                  <a:pt x="165581" y="2731320"/>
                </a:lnTo>
                <a:lnTo>
                  <a:pt x="144947" y="2739846"/>
                </a:lnTo>
                <a:lnTo>
                  <a:pt x="127212" y="2753317"/>
                </a:lnTo>
                <a:lnTo>
                  <a:pt x="113741" y="2771052"/>
                </a:lnTo>
                <a:lnTo>
                  <a:pt x="105214" y="2791686"/>
                </a:lnTo>
                <a:lnTo>
                  <a:pt x="102315" y="2813684"/>
                </a:lnTo>
                <a:lnTo>
                  <a:pt x="105214" y="2835682"/>
                </a:lnTo>
                <a:lnTo>
                  <a:pt x="113741" y="2856315"/>
                </a:lnTo>
                <a:lnTo>
                  <a:pt x="127212" y="2874050"/>
                </a:lnTo>
                <a:lnTo>
                  <a:pt x="144947" y="2887522"/>
                </a:lnTo>
                <a:lnTo>
                  <a:pt x="165581" y="2896048"/>
                </a:lnTo>
                <a:lnTo>
                  <a:pt x="187578" y="2898947"/>
                </a:lnTo>
                <a:lnTo>
                  <a:pt x="1176631" y="2898947"/>
                </a:lnTo>
                <a:lnTo>
                  <a:pt x="1198629" y="2901846"/>
                </a:lnTo>
                <a:lnTo>
                  <a:pt x="1219263" y="2910372"/>
                </a:lnTo>
                <a:lnTo>
                  <a:pt x="1236997" y="2923844"/>
                </a:lnTo>
                <a:lnTo>
                  <a:pt x="1250469" y="2941578"/>
                </a:lnTo>
                <a:lnTo>
                  <a:pt x="1258995" y="2962212"/>
                </a:lnTo>
                <a:lnTo>
                  <a:pt x="1261894" y="2984210"/>
                </a:lnTo>
                <a:lnTo>
                  <a:pt x="1258995" y="3006208"/>
                </a:lnTo>
                <a:lnTo>
                  <a:pt x="1250469" y="3026842"/>
                </a:lnTo>
                <a:lnTo>
                  <a:pt x="1236997" y="3044576"/>
                </a:lnTo>
                <a:lnTo>
                  <a:pt x="1219263" y="3058048"/>
                </a:lnTo>
                <a:lnTo>
                  <a:pt x="1198629" y="3066574"/>
                </a:lnTo>
                <a:lnTo>
                  <a:pt x="1176631" y="3069473"/>
                </a:lnTo>
                <a:lnTo>
                  <a:pt x="187578" y="3069473"/>
                </a:lnTo>
                <a:lnTo>
                  <a:pt x="165581" y="3072372"/>
                </a:lnTo>
                <a:lnTo>
                  <a:pt x="144947" y="3080898"/>
                </a:lnTo>
                <a:lnTo>
                  <a:pt x="127212" y="3094370"/>
                </a:lnTo>
                <a:lnTo>
                  <a:pt x="113741" y="3112105"/>
                </a:lnTo>
                <a:lnTo>
                  <a:pt x="105214" y="3132738"/>
                </a:lnTo>
                <a:lnTo>
                  <a:pt x="102315" y="3154736"/>
                </a:lnTo>
                <a:lnTo>
                  <a:pt x="105214" y="3176734"/>
                </a:lnTo>
                <a:lnTo>
                  <a:pt x="113741" y="3197368"/>
                </a:lnTo>
                <a:lnTo>
                  <a:pt x="127212" y="3215103"/>
                </a:lnTo>
                <a:lnTo>
                  <a:pt x="144947" y="3228574"/>
                </a:lnTo>
                <a:lnTo>
                  <a:pt x="165581" y="3237101"/>
                </a:lnTo>
                <a:lnTo>
                  <a:pt x="187578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49053" y="6264000"/>
            <a:ext cx="1261894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49053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10947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149053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410947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20000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740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61053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71053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71053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861053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861053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321053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1900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4526" y="8172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88888"/>
                </a:solidFill>
              </a:defRPr>
            </a:pPr>
            <a:r>
              <a:t>Découpe depuis gabarit SVG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Peigne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Peigne mobile droite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1032 × 845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1800746" y="1692000"/>
            <a:ext cx="3958508" cy="3240000"/>
          </a:xfrm>
          <a:custGeom>
            <a:avLst/>
            <a:gdLst/>
            <a:ahLst/>
            <a:cxnLst/>
            <a:rect l="l" t="t" r="r" b="b"/>
            <a:pathLst>
              <a:path w="3958508" h="3240000">
                <a:moveTo>
                  <a:pt x="1800746" y="1692000"/>
                </a:moveTo>
                <a:moveTo>
                  <a:pt x="3878716" y="2536069"/>
                </a:moveTo>
                <a:lnTo>
                  <a:pt x="3928586" y="2536069"/>
                </a:lnTo>
                <a:lnTo>
                  <a:pt x="3958508" y="2764319"/>
                </a:lnTo>
                <a:lnTo>
                  <a:pt x="345635" y="3240000"/>
                </a:lnTo>
                <a:lnTo>
                  <a:pt x="0" y="615699"/>
                </a:lnTo>
                <a:lnTo>
                  <a:pt x="0" y="565829"/>
                </a:lnTo>
                <a:lnTo>
                  <a:pt x="13042" y="517494"/>
                </a:lnTo>
                <a:lnTo>
                  <a:pt x="37977" y="474146"/>
                </a:lnTo>
                <a:lnTo>
                  <a:pt x="73270" y="438470"/>
                </a:lnTo>
                <a:lnTo>
                  <a:pt x="116618" y="413535"/>
                </a:lnTo>
                <a:lnTo>
                  <a:pt x="164953" y="400492"/>
                </a:lnTo>
                <a:lnTo>
                  <a:pt x="215207" y="400492"/>
                </a:lnTo>
                <a:lnTo>
                  <a:pt x="263542" y="413535"/>
                </a:lnTo>
                <a:lnTo>
                  <a:pt x="306890" y="438470"/>
                </a:lnTo>
                <a:lnTo>
                  <a:pt x="342183" y="474146"/>
                </a:lnTo>
                <a:lnTo>
                  <a:pt x="367501" y="517494"/>
                </a:lnTo>
                <a:lnTo>
                  <a:pt x="380161" y="565829"/>
                </a:lnTo>
                <a:lnTo>
                  <a:pt x="670556" y="2771607"/>
                </a:lnTo>
                <a:lnTo>
                  <a:pt x="683599" y="2819943"/>
                </a:lnTo>
                <a:lnTo>
                  <a:pt x="708917" y="2863291"/>
                </a:lnTo>
                <a:lnTo>
                  <a:pt x="744210" y="2898583"/>
                </a:lnTo>
                <a:lnTo>
                  <a:pt x="787558" y="2923902"/>
                </a:lnTo>
                <a:lnTo>
                  <a:pt x="835893" y="2936945"/>
                </a:lnTo>
                <a:lnTo>
                  <a:pt x="885763" y="2936945"/>
                </a:lnTo>
                <a:lnTo>
                  <a:pt x="934482" y="2923902"/>
                </a:lnTo>
                <a:lnTo>
                  <a:pt x="977830" y="2898583"/>
                </a:lnTo>
                <a:lnTo>
                  <a:pt x="1013123" y="2863291"/>
                </a:lnTo>
                <a:lnTo>
                  <a:pt x="1038058" y="2819943"/>
                </a:lnTo>
                <a:lnTo>
                  <a:pt x="1051101" y="2771607"/>
                </a:lnTo>
                <a:lnTo>
                  <a:pt x="1051101" y="2721738"/>
                </a:lnTo>
                <a:lnTo>
                  <a:pt x="760705" y="515576"/>
                </a:lnTo>
                <a:lnTo>
                  <a:pt x="760705" y="465706"/>
                </a:lnTo>
                <a:lnTo>
                  <a:pt x="773748" y="417371"/>
                </a:lnTo>
                <a:lnTo>
                  <a:pt x="798683" y="373639"/>
                </a:lnTo>
                <a:lnTo>
                  <a:pt x="833975" y="338347"/>
                </a:lnTo>
                <a:lnTo>
                  <a:pt x="877324" y="313412"/>
                </a:lnTo>
                <a:lnTo>
                  <a:pt x="925659" y="300369"/>
                </a:lnTo>
                <a:lnTo>
                  <a:pt x="975912" y="300369"/>
                </a:lnTo>
                <a:lnTo>
                  <a:pt x="1024248" y="313412"/>
                </a:lnTo>
                <a:lnTo>
                  <a:pt x="1067596" y="338347"/>
                </a:lnTo>
                <a:lnTo>
                  <a:pt x="1102888" y="373639"/>
                </a:lnTo>
                <a:lnTo>
                  <a:pt x="1128207" y="417371"/>
                </a:lnTo>
                <a:lnTo>
                  <a:pt x="1140866" y="465706"/>
                </a:lnTo>
                <a:lnTo>
                  <a:pt x="1431262" y="2671484"/>
                </a:lnTo>
                <a:lnTo>
                  <a:pt x="1444304" y="2719820"/>
                </a:lnTo>
                <a:lnTo>
                  <a:pt x="1469239" y="2763168"/>
                </a:lnTo>
                <a:lnTo>
                  <a:pt x="1504915" y="2798460"/>
                </a:lnTo>
                <a:lnTo>
                  <a:pt x="1548264" y="2823779"/>
                </a:lnTo>
                <a:lnTo>
                  <a:pt x="1596599" y="2836438"/>
                </a:lnTo>
                <a:lnTo>
                  <a:pt x="1646469" y="2836438"/>
                </a:lnTo>
                <a:lnTo>
                  <a:pt x="1694804" y="2823779"/>
                </a:lnTo>
                <a:lnTo>
                  <a:pt x="1738152" y="2798460"/>
                </a:lnTo>
                <a:lnTo>
                  <a:pt x="1773829" y="2763168"/>
                </a:lnTo>
                <a:lnTo>
                  <a:pt x="1798763" y="2719820"/>
                </a:lnTo>
                <a:lnTo>
                  <a:pt x="1811806" y="2671484"/>
                </a:lnTo>
                <a:lnTo>
                  <a:pt x="1811806" y="2621231"/>
                </a:lnTo>
                <a:lnTo>
                  <a:pt x="1521411" y="415453"/>
                </a:lnTo>
                <a:lnTo>
                  <a:pt x="1521411" y="365583"/>
                </a:lnTo>
                <a:lnTo>
                  <a:pt x="1534454" y="316864"/>
                </a:lnTo>
                <a:lnTo>
                  <a:pt x="1559389" y="273516"/>
                </a:lnTo>
                <a:lnTo>
                  <a:pt x="1594681" y="238224"/>
                </a:lnTo>
                <a:lnTo>
                  <a:pt x="1638029" y="213289"/>
                </a:lnTo>
                <a:lnTo>
                  <a:pt x="1686365" y="200246"/>
                </a:lnTo>
                <a:lnTo>
                  <a:pt x="1736618" y="200246"/>
                </a:lnTo>
                <a:lnTo>
                  <a:pt x="1784953" y="213289"/>
                </a:lnTo>
                <a:lnTo>
                  <a:pt x="1828302" y="238224"/>
                </a:lnTo>
                <a:lnTo>
                  <a:pt x="1863594" y="273516"/>
                </a:lnTo>
                <a:lnTo>
                  <a:pt x="1888529" y="316864"/>
                </a:lnTo>
                <a:lnTo>
                  <a:pt x="1901572" y="365583"/>
                </a:lnTo>
                <a:lnTo>
                  <a:pt x="2191967" y="2571361"/>
                </a:lnTo>
                <a:lnTo>
                  <a:pt x="2205010" y="2619696"/>
                </a:lnTo>
                <a:lnTo>
                  <a:pt x="2229945" y="2663045"/>
                </a:lnTo>
                <a:lnTo>
                  <a:pt x="2265621" y="2698337"/>
                </a:lnTo>
                <a:lnTo>
                  <a:pt x="2308969" y="2723656"/>
                </a:lnTo>
                <a:lnTo>
                  <a:pt x="2357305" y="2736315"/>
                </a:lnTo>
                <a:lnTo>
                  <a:pt x="2407174" y="2736315"/>
                </a:lnTo>
                <a:lnTo>
                  <a:pt x="2455510" y="2723656"/>
                </a:lnTo>
                <a:lnTo>
                  <a:pt x="2498858" y="2698337"/>
                </a:lnTo>
                <a:lnTo>
                  <a:pt x="2534534" y="2663045"/>
                </a:lnTo>
                <a:lnTo>
                  <a:pt x="2559469" y="2619696"/>
                </a:lnTo>
                <a:lnTo>
                  <a:pt x="2572512" y="2571361"/>
                </a:lnTo>
                <a:lnTo>
                  <a:pt x="2572512" y="2521108"/>
                </a:lnTo>
                <a:lnTo>
                  <a:pt x="2282116" y="315330"/>
                </a:lnTo>
                <a:lnTo>
                  <a:pt x="2282116" y="265460"/>
                </a:lnTo>
                <a:lnTo>
                  <a:pt x="2294776" y="216741"/>
                </a:lnTo>
                <a:lnTo>
                  <a:pt x="2320094" y="173393"/>
                </a:lnTo>
                <a:lnTo>
                  <a:pt x="2355387" y="138100"/>
                </a:lnTo>
                <a:lnTo>
                  <a:pt x="2398735" y="113165"/>
                </a:lnTo>
                <a:lnTo>
                  <a:pt x="2447070" y="100123"/>
                </a:lnTo>
                <a:lnTo>
                  <a:pt x="2497324" y="100123"/>
                </a:lnTo>
                <a:lnTo>
                  <a:pt x="2545659" y="113165"/>
                </a:lnTo>
                <a:lnTo>
                  <a:pt x="2589007" y="138100"/>
                </a:lnTo>
                <a:lnTo>
                  <a:pt x="2624300" y="173393"/>
                </a:lnTo>
                <a:lnTo>
                  <a:pt x="2649235" y="216741"/>
                </a:lnTo>
                <a:lnTo>
                  <a:pt x="2662278" y="265460"/>
                </a:lnTo>
                <a:lnTo>
                  <a:pt x="2952673" y="2471238"/>
                </a:lnTo>
                <a:lnTo>
                  <a:pt x="2965716" y="2519573"/>
                </a:lnTo>
                <a:lnTo>
                  <a:pt x="2990651" y="2562922"/>
                </a:lnTo>
                <a:lnTo>
                  <a:pt x="3026327" y="2598214"/>
                </a:lnTo>
                <a:lnTo>
                  <a:pt x="3069675" y="2623533"/>
                </a:lnTo>
                <a:lnTo>
                  <a:pt x="3118010" y="2636192"/>
                </a:lnTo>
                <a:lnTo>
                  <a:pt x="3167880" y="2636192"/>
                </a:lnTo>
                <a:lnTo>
                  <a:pt x="3216215" y="2623533"/>
                </a:lnTo>
                <a:lnTo>
                  <a:pt x="3259564" y="2598214"/>
                </a:lnTo>
                <a:lnTo>
                  <a:pt x="3295240" y="2562922"/>
                </a:lnTo>
                <a:lnTo>
                  <a:pt x="3320175" y="2519573"/>
                </a:lnTo>
                <a:lnTo>
                  <a:pt x="3333218" y="2471238"/>
                </a:lnTo>
                <a:lnTo>
                  <a:pt x="3333218" y="2420985"/>
                </a:lnTo>
                <a:lnTo>
                  <a:pt x="3042822" y="215207"/>
                </a:lnTo>
                <a:lnTo>
                  <a:pt x="3042822" y="164953"/>
                </a:lnTo>
                <a:lnTo>
                  <a:pt x="3055481" y="116618"/>
                </a:lnTo>
                <a:lnTo>
                  <a:pt x="3080800" y="73270"/>
                </a:lnTo>
                <a:lnTo>
                  <a:pt x="3116092" y="37977"/>
                </a:lnTo>
                <a:lnTo>
                  <a:pt x="3159441" y="13042"/>
                </a:lnTo>
                <a:lnTo>
                  <a:pt x="3207776" y="0"/>
                </a:lnTo>
                <a:lnTo>
                  <a:pt x="3258029" y="0"/>
                </a:lnTo>
                <a:lnTo>
                  <a:pt x="3306365" y="13042"/>
                </a:lnTo>
                <a:lnTo>
                  <a:pt x="3349713" y="37977"/>
                </a:lnTo>
                <a:lnTo>
                  <a:pt x="3385005" y="73270"/>
                </a:lnTo>
                <a:lnTo>
                  <a:pt x="3409940" y="116618"/>
                </a:lnTo>
                <a:lnTo>
                  <a:pt x="3422983" y="164953"/>
                </a:lnTo>
                <a:lnTo>
                  <a:pt x="3713379" y="2371115"/>
                </a:lnTo>
                <a:lnTo>
                  <a:pt x="3726421" y="2419450"/>
                </a:lnTo>
                <a:lnTo>
                  <a:pt x="3751356" y="2462798"/>
                </a:lnTo>
                <a:lnTo>
                  <a:pt x="3786649" y="2498091"/>
                </a:lnTo>
                <a:lnTo>
                  <a:pt x="3829997" y="2523409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00746" y="1404000"/>
            <a:ext cx="3958508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00746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59254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00746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759254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0000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1032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746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2746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22746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12746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512746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72746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845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0373" y="3312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88888"/>
                </a:solidFill>
              </a:defRPr>
            </a:pPr>
            <a:r>
              <a:t>Découpe depuis gabarit SVG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Peigne mobile gauche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950 × 740 mm · ép. 15 mm</a:t>
            </a:r>
          </a:p>
        </p:txBody>
      </p:sp>
      <p:sp>
        <p:nvSpPr>
          <p:cNvPr id="23" name="Freeform 22"/>
          <p:cNvSpPr/>
          <p:nvPr/>
        </p:nvSpPr>
        <p:spPr>
          <a:xfrm>
            <a:off x="1700270" y="6552000"/>
            <a:ext cx="4159459" cy="6552000"/>
          </a:xfrm>
          <a:custGeom>
            <a:avLst/>
            <a:gdLst/>
            <a:ahLst/>
            <a:cxnLst/>
            <a:rect l="l" t="t" r="r" b="b"/>
            <a:pathLst>
              <a:path w="4159459" h="6552000">
                <a:moveTo>
                  <a:pt x="1700270" y="6552000"/>
                </a:moveTo>
                <a:moveTo>
                  <a:pt x="0" y="0"/>
                </a:moveTo>
                <a:lnTo>
                  <a:pt x="4159459" y="0"/>
                </a:lnTo>
                <a:lnTo>
                  <a:pt x="4159459" y="262702"/>
                </a:lnTo>
                <a:lnTo>
                  <a:pt x="4102978" y="270145"/>
                </a:lnTo>
                <a:lnTo>
                  <a:pt x="4050000" y="292037"/>
                </a:lnTo>
                <a:lnTo>
                  <a:pt x="4004464" y="327064"/>
                </a:lnTo>
                <a:lnTo>
                  <a:pt x="3969875" y="372162"/>
                </a:lnTo>
                <a:lnTo>
                  <a:pt x="3947983" y="425140"/>
                </a:lnTo>
                <a:lnTo>
                  <a:pt x="3940540" y="481621"/>
                </a:lnTo>
                <a:lnTo>
                  <a:pt x="3940540" y="3021081"/>
                </a:lnTo>
                <a:lnTo>
                  <a:pt x="3933097" y="3078000"/>
                </a:lnTo>
                <a:lnTo>
                  <a:pt x="3911205" y="3130540"/>
                </a:lnTo>
                <a:lnTo>
                  <a:pt x="3876616" y="3176075"/>
                </a:lnTo>
                <a:lnTo>
                  <a:pt x="3831081" y="3210664"/>
                </a:lnTo>
                <a:lnTo>
                  <a:pt x="3778102" y="3232556"/>
                </a:lnTo>
                <a:lnTo>
                  <a:pt x="3721621" y="3240000"/>
                </a:lnTo>
                <a:lnTo>
                  <a:pt x="3665140" y="3232556"/>
                </a:lnTo>
                <a:lnTo>
                  <a:pt x="3612162" y="3210664"/>
                </a:lnTo>
                <a:lnTo>
                  <a:pt x="3566627" y="3176075"/>
                </a:lnTo>
                <a:lnTo>
                  <a:pt x="3532037" y="3130540"/>
                </a:lnTo>
                <a:lnTo>
                  <a:pt x="3510145" y="3078000"/>
                </a:lnTo>
                <a:lnTo>
                  <a:pt x="3502702" y="3021081"/>
                </a:lnTo>
                <a:lnTo>
                  <a:pt x="3502702" y="481621"/>
                </a:lnTo>
                <a:lnTo>
                  <a:pt x="3495259" y="425140"/>
                </a:lnTo>
                <a:lnTo>
                  <a:pt x="3473367" y="372162"/>
                </a:lnTo>
                <a:lnTo>
                  <a:pt x="3438778" y="327064"/>
                </a:lnTo>
                <a:lnTo>
                  <a:pt x="3393243" y="292037"/>
                </a:lnTo>
                <a:lnTo>
                  <a:pt x="3340264" y="270145"/>
                </a:lnTo>
                <a:lnTo>
                  <a:pt x="3283783" y="262702"/>
                </a:lnTo>
                <a:lnTo>
                  <a:pt x="3227302" y="270145"/>
                </a:lnTo>
                <a:lnTo>
                  <a:pt x="3174324" y="292037"/>
                </a:lnTo>
                <a:lnTo>
                  <a:pt x="3128789" y="327064"/>
                </a:lnTo>
                <a:lnTo>
                  <a:pt x="3094200" y="372162"/>
                </a:lnTo>
                <a:lnTo>
                  <a:pt x="3072308" y="425140"/>
                </a:lnTo>
                <a:lnTo>
                  <a:pt x="3064864" y="481621"/>
                </a:lnTo>
                <a:lnTo>
                  <a:pt x="3064864" y="3021081"/>
                </a:lnTo>
                <a:lnTo>
                  <a:pt x="3057421" y="3078000"/>
                </a:lnTo>
                <a:lnTo>
                  <a:pt x="3035529" y="3130540"/>
                </a:lnTo>
                <a:lnTo>
                  <a:pt x="3000940" y="3176075"/>
                </a:lnTo>
                <a:lnTo>
                  <a:pt x="2955405" y="3210664"/>
                </a:lnTo>
                <a:lnTo>
                  <a:pt x="2902427" y="3232556"/>
                </a:lnTo>
                <a:lnTo>
                  <a:pt x="2845945" y="3240000"/>
                </a:lnTo>
                <a:lnTo>
                  <a:pt x="2789464" y="3232556"/>
                </a:lnTo>
                <a:lnTo>
                  <a:pt x="2736486" y="3210664"/>
                </a:lnTo>
                <a:lnTo>
                  <a:pt x="2690951" y="3176075"/>
                </a:lnTo>
                <a:lnTo>
                  <a:pt x="2656362" y="3130540"/>
                </a:lnTo>
                <a:lnTo>
                  <a:pt x="2634470" y="3078000"/>
                </a:lnTo>
                <a:lnTo>
                  <a:pt x="2627027" y="3021081"/>
                </a:lnTo>
                <a:lnTo>
                  <a:pt x="2627027" y="481621"/>
                </a:lnTo>
                <a:lnTo>
                  <a:pt x="2619583" y="425140"/>
                </a:lnTo>
                <a:lnTo>
                  <a:pt x="2597691" y="372162"/>
                </a:lnTo>
                <a:lnTo>
                  <a:pt x="2563102" y="327064"/>
                </a:lnTo>
                <a:lnTo>
                  <a:pt x="2517567" y="292037"/>
                </a:lnTo>
                <a:lnTo>
                  <a:pt x="2464589" y="270145"/>
                </a:lnTo>
                <a:lnTo>
                  <a:pt x="2408108" y="262702"/>
                </a:lnTo>
                <a:lnTo>
                  <a:pt x="2351627" y="270145"/>
                </a:lnTo>
                <a:lnTo>
                  <a:pt x="2298648" y="292037"/>
                </a:lnTo>
                <a:lnTo>
                  <a:pt x="2253113" y="327064"/>
                </a:lnTo>
                <a:lnTo>
                  <a:pt x="2218524" y="372162"/>
                </a:lnTo>
                <a:lnTo>
                  <a:pt x="2196632" y="425140"/>
                </a:lnTo>
                <a:lnTo>
                  <a:pt x="2189189" y="481621"/>
                </a:lnTo>
                <a:lnTo>
                  <a:pt x="2189189" y="3021081"/>
                </a:lnTo>
                <a:lnTo>
                  <a:pt x="2181745" y="3078000"/>
                </a:lnTo>
                <a:lnTo>
                  <a:pt x="2159854" y="3130540"/>
                </a:lnTo>
                <a:lnTo>
                  <a:pt x="2125264" y="3176075"/>
                </a:lnTo>
                <a:lnTo>
                  <a:pt x="2079729" y="3210664"/>
                </a:lnTo>
                <a:lnTo>
                  <a:pt x="2026751" y="3232556"/>
                </a:lnTo>
                <a:lnTo>
                  <a:pt x="1970270" y="3240000"/>
                </a:lnTo>
                <a:lnTo>
                  <a:pt x="1913789" y="3232556"/>
                </a:lnTo>
                <a:lnTo>
                  <a:pt x="1860810" y="3210664"/>
                </a:lnTo>
                <a:lnTo>
                  <a:pt x="1815275" y="3176075"/>
                </a:lnTo>
                <a:lnTo>
                  <a:pt x="1780686" y="3130540"/>
                </a:lnTo>
                <a:lnTo>
                  <a:pt x="1758794" y="3078000"/>
                </a:lnTo>
                <a:lnTo>
                  <a:pt x="1751351" y="3021081"/>
                </a:lnTo>
                <a:lnTo>
                  <a:pt x="1751351" y="481621"/>
                </a:lnTo>
                <a:lnTo>
                  <a:pt x="1743908" y="425140"/>
                </a:lnTo>
                <a:lnTo>
                  <a:pt x="1722016" y="372162"/>
                </a:lnTo>
                <a:lnTo>
                  <a:pt x="1687427" y="327064"/>
                </a:lnTo>
                <a:lnTo>
                  <a:pt x="1641891" y="292037"/>
                </a:lnTo>
                <a:lnTo>
                  <a:pt x="1588913" y="270145"/>
                </a:lnTo>
                <a:lnTo>
                  <a:pt x="1532432" y="262702"/>
                </a:lnTo>
                <a:lnTo>
                  <a:pt x="1475951" y="270145"/>
                </a:lnTo>
                <a:lnTo>
                  <a:pt x="1422972" y="292037"/>
                </a:lnTo>
                <a:lnTo>
                  <a:pt x="1377437" y="327064"/>
                </a:lnTo>
                <a:lnTo>
                  <a:pt x="1342848" y="372162"/>
                </a:lnTo>
                <a:lnTo>
                  <a:pt x="1320956" y="425140"/>
                </a:lnTo>
                <a:lnTo>
                  <a:pt x="1313513" y="481621"/>
                </a:lnTo>
                <a:lnTo>
                  <a:pt x="1313513" y="3021081"/>
                </a:lnTo>
                <a:lnTo>
                  <a:pt x="1306070" y="3078000"/>
                </a:lnTo>
                <a:lnTo>
                  <a:pt x="1284178" y="3130540"/>
                </a:lnTo>
                <a:lnTo>
                  <a:pt x="1249589" y="3176075"/>
                </a:lnTo>
                <a:lnTo>
                  <a:pt x="1204054" y="3210664"/>
                </a:lnTo>
                <a:lnTo>
                  <a:pt x="1151075" y="3232556"/>
                </a:lnTo>
                <a:lnTo>
                  <a:pt x="1094594" y="3240000"/>
                </a:lnTo>
                <a:lnTo>
                  <a:pt x="1038113" y="3232556"/>
                </a:lnTo>
                <a:lnTo>
                  <a:pt x="985135" y="3210664"/>
                </a:lnTo>
                <a:lnTo>
                  <a:pt x="939600" y="3176075"/>
                </a:lnTo>
                <a:lnTo>
                  <a:pt x="905010" y="3130540"/>
                </a:lnTo>
                <a:lnTo>
                  <a:pt x="883118" y="3078000"/>
                </a:lnTo>
                <a:lnTo>
                  <a:pt x="875675" y="3021081"/>
                </a:lnTo>
                <a:lnTo>
                  <a:pt x="875675" y="481621"/>
                </a:lnTo>
                <a:lnTo>
                  <a:pt x="873924" y="453162"/>
                </a:lnTo>
                <a:lnTo>
                  <a:pt x="868232" y="425140"/>
                </a:lnTo>
                <a:lnTo>
                  <a:pt x="859037" y="397994"/>
                </a:lnTo>
                <a:lnTo>
                  <a:pt x="846340" y="372162"/>
                </a:lnTo>
                <a:lnTo>
                  <a:pt x="830578" y="348518"/>
                </a:lnTo>
                <a:lnTo>
                  <a:pt x="811751" y="327064"/>
                </a:lnTo>
                <a:lnTo>
                  <a:pt x="789859" y="307800"/>
                </a:lnTo>
                <a:lnTo>
                  <a:pt x="766216" y="292037"/>
                </a:lnTo>
                <a:lnTo>
                  <a:pt x="740383" y="279340"/>
                </a:lnTo>
                <a:lnTo>
                  <a:pt x="713237" y="270145"/>
                </a:lnTo>
                <a:lnTo>
                  <a:pt x="685216" y="264454"/>
                </a:lnTo>
                <a:lnTo>
                  <a:pt x="656756" y="262702"/>
                </a:lnTo>
                <a:lnTo>
                  <a:pt x="628297" y="264454"/>
                </a:lnTo>
                <a:lnTo>
                  <a:pt x="600275" y="270145"/>
                </a:lnTo>
                <a:lnTo>
                  <a:pt x="573129" y="279340"/>
                </a:lnTo>
                <a:lnTo>
                  <a:pt x="547297" y="292037"/>
                </a:lnTo>
                <a:lnTo>
                  <a:pt x="523654" y="307800"/>
                </a:lnTo>
                <a:lnTo>
                  <a:pt x="501762" y="327064"/>
                </a:lnTo>
                <a:lnTo>
                  <a:pt x="482935" y="348518"/>
                </a:lnTo>
                <a:lnTo>
                  <a:pt x="467172" y="372162"/>
                </a:lnTo>
                <a:lnTo>
                  <a:pt x="454475" y="397994"/>
                </a:lnTo>
                <a:lnTo>
                  <a:pt x="445281" y="425140"/>
                </a:lnTo>
                <a:lnTo>
                  <a:pt x="439589" y="453162"/>
                </a:lnTo>
                <a:lnTo>
                  <a:pt x="437837" y="481621"/>
                </a:lnTo>
                <a:lnTo>
                  <a:pt x="437837" y="3021081"/>
                </a:lnTo>
                <a:lnTo>
                  <a:pt x="430394" y="3078000"/>
                </a:lnTo>
                <a:lnTo>
                  <a:pt x="408502" y="3130540"/>
                </a:lnTo>
                <a:lnTo>
                  <a:pt x="373913" y="3176075"/>
                </a:lnTo>
                <a:lnTo>
                  <a:pt x="328378" y="3210664"/>
                </a:lnTo>
                <a:lnTo>
                  <a:pt x="275400" y="3232556"/>
                </a:lnTo>
                <a:lnTo>
                  <a:pt x="218918" y="3240000"/>
                </a:lnTo>
                <a:lnTo>
                  <a:pt x="162437" y="3232556"/>
                </a:lnTo>
                <a:lnTo>
                  <a:pt x="109459" y="3210664"/>
                </a:lnTo>
                <a:lnTo>
                  <a:pt x="63924" y="3176075"/>
                </a:lnTo>
                <a:lnTo>
                  <a:pt x="29335" y="3130540"/>
                </a:lnTo>
                <a:lnTo>
                  <a:pt x="7443" y="3078000"/>
                </a:lnTo>
                <a:lnTo>
                  <a:pt x="0" y="3021081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700270" y="6264000"/>
            <a:ext cx="4159459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00270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59729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700270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859729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19999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950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12270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22270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22270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412270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412270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2270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740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0134" y="8172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88888"/>
                </a:solidFill>
              </a:defRPr>
            </a:pPr>
            <a:r>
              <a:t>Découpe depuis gabarit SVG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Peigne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Pied lit droite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380 × 950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3132000" y="1692000"/>
            <a:ext cx="3132000" cy="3240000"/>
          </a:xfrm>
          <a:custGeom>
            <a:avLst/>
            <a:gdLst/>
            <a:ahLst/>
            <a:cxnLst/>
            <a:rect l="l" t="t" r="r" b="b"/>
            <a:pathLst>
              <a:path w="3132000" h="3240000">
                <a:moveTo>
                  <a:pt x="3132000" y="1692000"/>
                </a:moveTo>
                <a:moveTo>
                  <a:pt x="0" y="0"/>
                </a:moveTo>
                <a:lnTo>
                  <a:pt x="1296000" y="0"/>
                </a:lnTo>
                <a:lnTo>
                  <a:pt x="1296000" y="3240000"/>
                </a:lnTo>
                <a:lnTo>
                  <a:pt x="0" y="3240000"/>
                </a:lnTo>
                <a:lnTo>
                  <a:pt x="0" y="3069473"/>
                </a:lnTo>
                <a:lnTo>
                  <a:pt x="1023157" y="3069473"/>
                </a:lnTo>
                <a:lnTo>
                  <a:pt x="1040892" y="3068450"/>
                </a:lnTo>
                <a:lnTo>
                  <a:pt x="1058627" y="3064698"/>
                </a:lnTo>
                <a:lnTo>
                  <a:pt x="1075338" y="3059242"/>
                </a:lnTo>
                <a:lnTo>
                  <a:pt x="1091368" y="3051056"/>
                </a:lnTo>
                <a:lnTo>
                  <a:pt x="1106374" y="3041166"/>
                </a:lnTo>
                <a:lnTo>
                  <a:pt x="1119675" y="3029570"/>
                </a:lnTo>
                <a:lnTo>
                  <a:pt x="1131271" y="3016269"/>
                </a:lnTo>
                <a:lnTo>
                  <a:pt x="1141162" y="3001263"/>
                </a:lnTo>
                <a:lnTo>
                  <a:pt x="1149347" y="2985233"/>
                </a:lnTo>
                <a:lnTo>
                  <a:pt x="1154804" y="2968522"/>
                </a:lnTo>
                <a:lnTo>
                  <a:pt x="1158555" y="2950787"/>
                </a:lnTo>
                <a:lnTo>
                  <a:pt x="1159578" y="2933052"/>
                </a:lnTo>
                <a:lnTo>
                  <a:pt x="1159578" y="306947"/>
                </a:lnTo>
                <a:lnTo>
                  <a:pt x="1158555" y="289212"/>
                </a:lnTo>
                <a:lnTo>
                  <a:pt x="1154804" y="271477"/>
                </a:lnTo>
                <a:lnTo>
                  <a:pt x="1149006" y="254766"/>
                </a:lnTo>
                <a:lnTo>
                  <a:pt x="1141162" y="238736"/>
                </a:lnTo>
                <a:lnTo>
                  <a:pt x="1131271" y="223730"/>
                </a:lnTo>
                <a:lnTo>
                  <a:pt x="1119675" y="210429"/>
                </a:lnTo>
                <a:lnTo>
                  <a:pt x="1106033" y="198833"/>
                </a:lnTo>
                <a:lnTo>
                  <a:pt x="1091368" y="188943"/>
                </a:lnTo>
                <a:lnTo>
                  <a:pt x="1075338" y="180757"/>
                </a:lnTo>
                <a:lnTo>
                  <a:pt x="1058286" y="175301"/>
                </a:lnTo>
                <a:lnTo>
                  <a:pt x="1040892" y="171549"/>
                </a:lnTo>
                <a:lnTo>
                  <a:pt x="1023157" y="170526"/>
                </a:lnTo>
                <a:lnTo>
                  <a:pt x="0" y="170526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132000" y="1404000"/>
            <a:ext cx="1296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32000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28000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132000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428000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0000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380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44000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54000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54000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44000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844000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04000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950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000" y="3312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88888"/>
                </a:solidFill>
              </a:defRPr>
            </a:pPr>
            <a:r>
              <a:t>Découpe depuis gabarit SVG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Pied lit gauche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380 × 950 mm · ép. 15 mm</a:t>
            </a:r>
          </a:p>
        </p:txBody>
      </p:sp>
      <p:sp>
        <p:nvSpPr>
          <p:cNvPr id="23" name="Freeform 22"/>
          <p:cNvSpPr/>
          <p:nvPr/>
        </p:nvSpPr>
        <p:spPr>
          <a:xfrm>
            <a:off x="3132000" y="6552000"/>
            <a:ext cx="3132000" cy="6552000"/>
          </a:xfrm>
          <a:custGeom>
            <a:avLst/>
            <a:gdLst/>
            <a:ahLst/>
            <a:cxnLst/>
            <a:rect l="l" t="t" r="r" b="b"/>
            <a:pathLst>
              <a:path w="3132000" h="6552000">
                <a:moveTo>
                  <a:pt x="3132000" y="6552000"/>
                </a:moveTo>
                <a:moveTo>
                  <a:pt x="0" y="0"/>
                </a:moveTo>
                <a:lnTo>
                  <a:pt x="1296000" y="0"/>
                </a:lnTo>
                <a:lnTo>
                  <a:pt x="1296000" y="170526"/>
                </a:lnTo>
                <a:lnTo>
                  <a:pt x="272842" y="170526"/>
                </a:lnTo>
                <a:lnTo>
                  <a:pt x="255107" y="171549"/>
                </a:lnTo>
                <a:lnTo>
                  <a:pt x="237713" y="175301"/>
                </a:lnTo>
                <a:lnTo>
                  <a:pt x="220661" y="180757"/>
                </a:lnTo>
                <a:lnTo>
                  <a:pt x="204631" y="188943"/>
                </a:lnTo>
                <a:lnTo>
                  <a:pt x="189966" y="198833"/>
                </a:lnTo>
                <a:lnTo>
                  <a:pt x="176324" y="210429"/>
                </a:lnTo>
                <a:lnTo>
                  <a:pt x="164728" y="223730"/>
                </a:lnTo>
                <a:lnTo>
                  <a:pt x="154837" y="238736"/>
                </a:lnTo>
                <a:lnTo>
                  <a:pt x="146993" y="254766"/>
                </a:lnTo>
                <a:lnTo>
                  <a:pt x="141195" y="271477"/>
                </a:lnTo>
                <a:lnTo>
                  <a:pt x="137444" y="289212"/>
                </a:lnTo>
                <a:lnTo>
                  <a:pt x="136421" y="306947"/>
                </a:lnTo>
                <a:lnTo>
                  <a:pt x="136421" y="2933052"/>
                </a:lnTo>
                <a:lnTo>
                  <a:pt x="137444" y="2950787"/>
                </a:lnTo>
                <a:lnTo>
                  <a:pt x="141195" y="2968522"/>
                </a:lnTo>
                <a:lnTo>
                  <a:pt x="146652" y="2985233"/>
                </a:lnTo>
                <a:lnTo>
                  <a:pt x="154837" y="3001263"/>
                </a:lnTo>
                <a:lnTo>
                  <a:pt x="164728" y="3016269"/>
                </a:lnTo>
                <a:lnTo>
                  <a:pt x="176324" y="3029570"/>
                </a:lnTo>
                <a:lnTo>
                  <a:pt x="189625" y="3041166"/>
                </a:lnTo>
                <a:lnTo>
                  <a:pt x="204631" y="3051056"/>
                </a:lnTo>
                <a:lnTo>
                  <a:pt x="220661" y="3059242"/>
                </a:lnTo>
                <a:lnTo>
                  <a:pt x="237372" y="3064698"/>
                </a:lnTo>
                <a:lnTo>
                  <a:pt x="255107" y="3068450"/>
                </a:lnTo>
                <a:lnTo>
                  <a:pt x="272842" y="3069473"/>
                </a:lnTo>
                <a:lnTo>
                  <a:pt x="1296000" y="3069473"/>
                </a:lnTo>
                <a:lnTo>
                  <a:pt x="1296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132000" y="6264000"/>
            <a:ext cx="1296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32000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28000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32000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428000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20000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380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44000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54000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54000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844000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844000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04000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950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000" y="8172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88888"/>
                </a:solidFill>
              </a:defRPr>
            </a:pPr>
            <a:r>
              <a:t>Découpe depuis gabarit SVG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64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Pièces à découper — Peigne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Triangle pied droit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100 × 100 mm · ép. 15 mm</a:t>
            </a:r>
          </a:p>
        </p:txBody>
      </p:sp>
      <p:sp>
        <p:nvSpPr>
          <p:cNvPr id="6" name="Freeform 5"/>
          <p:cNvSpPr/>
          <p:nvPr/>
        </p:nvSpPr>
        <p:spPr>
          <a:xfrm>
            <a:off x="2160000" y="1692000"/>
            <a:ext cx="3240000" cy="324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160000" y="1692000"/>
                </a:moveTo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160000" y="1404000"/>
            <a:ext cx="324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60000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00000" y="131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160000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400000" y="140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0000" y="122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2000" y="169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82000" y="16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82000" y="493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72000" y="16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872000" y="493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32000" y="322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55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E8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8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Triangle pied gauche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796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88888"/>
                </a:solidFill>
              </a:defRPr>
            </a:pPr>
            <a:r>
              <a:t>100 × 100 mm · ép. 15 mm</a:t>
            </a:r>
          </a:p>
        </p:txBody>
      </p:sp>
      <p:sp>
        <p:nvSpPr>
          <p:cNvPr id="22" name="Freeform 21"/>
          <p:cNvSpPr/>
          <p:nvPr/>
        </p:nvSpPr>
        <p:spPr>
          <a:xfrm>
            <a:off x="2160000" y="6552000"/>
            <a:ext cx="3240000" cy="6552000"/>
          </a:xfrm>
          <a:custGeom>
            <a:avLst/>
            <a:gdLst/>
            <a:ahLst/>
            <a:cxnLst/>
            <a:rect l="l" t="t" r="r" b="b"/>
            <a:pathLst>
              <a:path w="3240000" h="6552000">
                <a:moveTo>
                  <a:pt x="2160000" y="6552000"/>
                </a:moveTo>
                <a:moveTo>
                  <a:pt x="0" y="0"/>
                </a:moveTo>
                <a:lnTo>
                  <a:pt x="3240000" y="0"/>
                </a:lnTo>
                <a:lnTo>
                  <a:pt x="0" y="3240000"/>
                </a:lnTo>
                <a:close/>
              </a:path>
            </a:pathLst>
          </a:custGeom>
          <a:solidFill>
            <a:srgbClr val="DDDDD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160000" y="6264000"/>
            <a:ext cx="324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60000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00000" y="6174000"/>
            <a:ext cx="0" cy="18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60000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400000" y="6264000"/>
            <a:ext cx="0" cy="28800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20000" y="6084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72000" y="6552000"/>
            <a:ext cx="0" cy="324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82000" y="655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82000" y="9792000"/>
            <a:ext cx="18000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872000" y="655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872000" y="9792000"/>
            <a:ext cx="288000" cy="0"/>
          </a:xfrm>
          <a:prstGeom prst="line">
            <a:avLst/>
          </a:prstGeom>
          <a:ln w="5080">
            <a:solidFill>
              <a:srgbClr val="8888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32000" y="8082000"/>
            <a:ext cx="4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/>
            </a:pPr>
            <a:r>
              <a:t>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Étapes de montage — Peigne (lit)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296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Pieds + triangles [E5-E8]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1656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Colle et visse les triangles E7-E8 sur les pieds E5-E6. 2 vis 3,5×25 mm + colle.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84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2484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Pieds sur peignes mobiles [E3, E4]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2844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Visse chaque pied perpendiculairement au peigne mobile. 6 vis 3,5×30 mm par pied.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671999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000" y="3671999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Planche du dessus [E1]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4031999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Place E1 sur le caisson, sur les carrelets haut. 6 vis 3,5×30 mm.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859999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4859999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Peigne fixe [E2]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5219999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Pose E2 par-dessus E1, dents vers le haut. 4 vis 3,5×30 mm.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68000"/>
            <a:ext cx="64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Étapes de montage — Peigne (lit)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296000"/>
            <a:ext cx="54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t>Peignes mobiles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1656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E3 et E4 se replient sur le fixe. Dépliés, les dents s'emboîtent. Teste le dépliage.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